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75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2875" y="271859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Login (Iniciar sesión)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0087" y="187452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MediTriage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457324" y="2240820"/>
            <a:ext cx="877286" cy="24502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8686800" y="1820227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Ingresar correo y contraseña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6317" y="3577584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Sistema valida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6317" y="5318766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Acceso al perfil</a:t>
            </a:r>
          </a:p>
        </p:txBody>
      </p:sp>
      <p:sp>
        <p:nvSpPr>
          <p:cNvPr id="10" name="Right Arrow 3">
            <a:extLst>
              <a:ext uri="{FF2B5EF4-FFF2-40B4-BE49-F238E27FC236}">
                <a16:creationId xmlns:a16="http://schemas.microsoft.com/office/drawing/2014/main" id="{98B7ACC9-5DF7-89B6-1033-18368F12CE9F}"/>
              </a:ext>
            </a:extLst>
          </p:cNvPr>
          <p:cNvSpPr/>
          <p:nvPr/>
        </p:nvSpPr>
        <p:spPr>
          <a:xfrm rot="9323395">
            <a:off x="7308598" y="3289560"/>
            <a:ext cx="1551795" cy="293991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3792EB3F-FAC4-66DF-265C-B294CD98A3EC}"/>
              </a:ext>
            </a:extLst>
          </p:cNvPr>
          <p:cNvSpPr/>
          <p:nvPr/>
        </p:nvSpPr>
        <p:spPr>
          <a:xfrm rot="5400000">
            <a:off x="5422539" y="4839230"/>
            <a:ext cx="683987" cy="223732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05AB4FE8-6B23-C813-104A-83706BC0FC15}"/>
              </a:ext>
            </a:extLst>
          </p:cNvPr>
          <p:cNvSpPr/>
          <p:nvPr/>
        </p:nvSpPr>
        <p:spPr>
          <a:xfrm>
            <a:off x="4486317" y="181565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Click Entrar</a:t>
            </a:r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E46B495B-C1B6-DCC8-C919-12095BB21299}"/>
              </a:ext>
            </a:extLst>
          </p:cNvPr>
          <p:cNvSpPr/>
          <p:nvPr/>
        </p:nvSpPr>
        <p:spPr>
          <a:xfrm>
            <a:off x="7194458" y="2240820"/>
            <a:ext cx="1147741" cy="24502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Registro de usuario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26192" y="1392398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'Crear cuenta'</a:t>
            </a:r>
          </a:p>
        </p:txBody>
      </p:sp>
      <p:sp>
        <p:nvSpPr>
          <p:cNvPr id="4" name="Right Arrow 3"/>
          <p:cNvSpPr/>
          <p:nvPr/>
        </p:nvSpPr>
        <p:spPr>
          <a:xfrm rot="7369864">
            <a:off x="3158838" y="2603216"/>
            <a:ext cx="704306" cy="29580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2085345" y="3201038"/>
            <a:ext cx="2679536" cy="1613216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Completar datos básicos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Nombre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Correo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Rol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Contraseña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54659" y="3347879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Confirmar registro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183" y="5659439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Sesión iniciada o ir a login</a:t>
            </a:r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73DD044F-F470-0EA5-F129-015A988D1876}"/>
              </a:ext>
            </a:extLst>
          </p:cNvPr>
          <p:cNvSpPr/>
          <p:nvPr/>
        </p:nvSpPr>
        <p:spPr>
          <a:xfrm rot="7369864">
            <a:off x="5657653" y="4838939"/>
            <a:ext cx="10391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2" name="Right Arrow 3">
            <a:extLst>
              <a:ext uri="{FF2B5EF4-FFF2-40B4-BE49-F238E27FC236}">
                <a16:creationId xmlns:a16="http://schemas.microsoft.com/office/drawing/2014/main" id="{C00030F6-6D49-817E-5B52-6B570C99F8C9}"/>
              </a:ext>
            </a:extLst>
          </p:cNvPr>
          <p:cNvSpPr/>
          <p:nvPr/>
        </p:nvSpPr>
        <p:spPr>
          <a:xfrm>
            <a:off x="4907616" y="3746464"/>
            <a:ext cx="704306" cy="29580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Orientación por síntomas (triage orientativo)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13895" y="1553127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Elegir 'Orientación por síntomas’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Click en Triage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870328" y="1897538"/>
            <a:ext cx="905478" cy="20764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5880503" y="1498441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Responder responder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Edad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Fiebre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13895" y="3565148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Sistema sugiere atención (General o Especialista)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79433" y="5495607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Continuar a reservar</a:t>
            </a:r>
          </a:p>
        </p:txBody>
      </p:sp>
      <p:sp>
        <p:nvSpPr>
          <p:cNvPr id="10" name="Rounded Rectangle 8">
            <a:extLst>
              <a:ext uri="{FF2B5EF4-FFF2-40B4-BE49-F238E27FC236}">
                <a16:creationId xmlns:a16="http://schemas.microsoft.com/office/drawing/2014/main" id="{0FA9673C-037C-0E99-0765-BC5DB65F525E}"/>
              </a:ext>
            </a:extLst>
          </p:cNvPr>
          <p:cNvSpPr/>
          <p:nvPr/>
        </p:nvSpPr>
        <p:spPr>
          <a:xfrm>
            <a:off x="6515783" y="3489866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Descripción de los síntomas o padecimientos</a:t>
            </a:r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013A45F7-41E8-C6F2-B5E2-E7A2F46E7A04}"/>
              </a:ext>
            </a:extLst>
          </p:cNvPr>
          <p:cNvSpPr/>
          <p:nvPr/>
        </p:nvSpPr>
        <p:spPr>
          <a:xfrm rot="3187847">
            <a:off x="7573250" y="2872933"/>
            <a:ext cx="1038798" cy="208334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2" name="Right Arrow 3">
            <a:extLst>
              <a:ext uri="{FF2B5EF4-FFF2-40B4-BE49-F238E27FC236}">
                <a16:creationId xmlns:a16="http://schemas.microsoft.com/office/drawing/2014/main" id="{87C27489-7BD4-2F6F-3A5F-81FF5A17DB89}"/>
              </a:ext>
            </a:extLst>
          </p:cNvPr>
          <p:cNvSpPr/>
          <p:nvPr/>
        </p:nvSpPr>
        <p:spPr>
          <a:xfrm rot="9998837">
            <a:off x="5247169" y="3661030"/>
            <a:ext cx="1099109" cy="20764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3" name="Right Arrow 3">
            <a:extLst>
              <a:ext uri="{FF2B5EF4-FFF2-40B4-BE49-F238E27FC236}">
                <a16:creationId xmlns:a16="http://schemas.microsoft.com/office/drawing/2014/main" id="{6A7D7558-0686-E5A8-08DA-4CD6AFA6B729}"/>
              </a:ext>
            </a:extLst>
          </p:cNvPr>
          <p:cNvSpPr/>
          <p:nvPr/>
        </p:nvSpPr>
        <p:spPr>
          <a:xfrm rot="1888204">
            <a:off x="4881575" y="5067763"/>
            <a:ext cx="685584" cy="236248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Reservar cita (Paciente)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593976" y="3013231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Paso 3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sucursal y doctor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6513" y="17068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4572000" y="3013231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Paso 4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fecha y hora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278728" y="17068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1420977" y="3065937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Paso 5 confirmar datos  e ingresa correo para validación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4445" y="502729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Respuesta de confirmación </a:t>
            </a: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31263FA7-7D28-4C1E-6E39-3904DCE5344B}"/>
              </a:ext>
            </a:extLst>
          </p:cNvPr>
          <p:cNvSpPr/>
          <p:nvPr/>
        </p:nvSpPr>
        <p:spPr>
          <a:xfrm>
            <a:off x="457200" y="13716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Clic agendar </a:t>
            </a: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F0454028-0324-3FC8-7A05-53E359251D01}"/>
              </a:ext>
            </a:extLst>
          </p:cNvPr>
          <p:cNvSpPr/>
          <p:nvPr/>
        </p:nvSpPr>
        <p:spPr>
          <a:xfrm>
            <a:off x="3607993" y="1394619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Paso 1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Ingresar identificación </a:t>
            </a:r>
          </a:p>
        </p:txBody>
      </p:sp>
      <p:sp>
        <p:nvSpPr>
          <p:cNvPr id="12" name="Rounded Rectangle 2">
            <a:extLst>
              <a:ext uri="{FF2B5EF4-FFF2-40B4-BE49-F238E27FC236}">
                <a16:creationId xmlns:a16="http://schemas.microsoft.com/office/drawing/2014/main" id="{61AACEC1-1C47-9885-F0F6-FC6E784992A2}"/>
              </a:ext>
            </a:extLst>
          </p:cNvPr>
          <p:cNvSpPr/>
          <p:nvPr/>
        </p:nvSpPr>
        <p:spPr>
          <a:xfrm>
            <a:off x="6621630" y="132778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Paso 2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especialidad  </a:t>
            </a:r>
          </a:p>
        </p:txBody>
      </p:sp>
      <p:sp>
        <p:nvSpPr>
          <p:cNvPr id="14" name="Right Arrow 3">
            <a:extLst>
              <a:ext uri="{FF2B5EF4-FFF2-40B4-BE49-F238E27FC236}">
                <a16:creationId xmlns:a16="http://schemas.microsoft.com/office/drawing/2014/main" id="{B18CF2D6-63D2-6091-568A-087800B405D3}"/>
              </a:ext>
            </a:extLst>
          </p:cNvPr>
          <p:cNvSpPr/>
          <p:nvPr/>
        </p:nvSpPr>
        <p:spPr>
          <a:xfrm rot="2345653">
            <a:off x="7712639" y="2537149"/>
            <a:ext cx="801346" cy="251581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5" name="Right Arrow 5">
            <a:extLst>
              <a:ext uri="{FF2B5EF4-FFF2-40B4-BE49-F238E27FC236}">
                <a16:creationId xmlns:a16="http://schemas.microsoft.com/office/drawing/2014/main" id="{2EE279E2-F304-C647-9947-4499371FA679}"/>
              </a:ext>
            </a:extLst>
          </p:cNvPr>
          <p:cNvSpPr/>
          <p:nvPr/>
        </p:nvSpPr>
        <p:spPr>
          <a:xfrm rot="10800000">
            <a:off x="7246904" y="326136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6" name="Right Arrow 5">
            <a:extLst>
              <a:ext uri="{FF2B5EF4-FFF2-40B4-BE49-F238E27FC236}">
                <a16:creationId xmlns:a16="http://schemas.microsoft.com/office/drawing/2014/main" id="{582E3BA3-9DCC-A9D2-828C-20D7A69D88E5}"/>
              </a:ext>
            </a:extLst>
          </p:cNvPr>
          <p:cNvSpPr/>
          <p:nvPr/>
        </p:nvSpPr>
        <p:spPr>
          <a:xfrm rot="10800000">
            <a:off x="4176379" y="342900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7" name="Right Arrow 3">
            <a:extLst>
              <a:ext uri="{FF2B5EF4-FFF2-40B4-BE49-F238E27FC236}">
                <a16:creationId xmlns:a16="http://schemas.microsoft.com/office/drawing/2014/main" id="{3A0B51D2-A2CA-1586-17BE-4C0F1CC0A216}"/>
              </a:ext>
            </a:extLst>
          </p:cNvPr>
          <p:cNvSpPr/>
          <p:nvPr/>
        </p:nvSpPr>
        <p:spPr>
          <a:xfrm rot="2345653">
            <a:off x="4322017" y="4514061"/>
            <a:ext cx="801346" cy="251581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Reagendar cita (Paciente)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81613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Opción usuarios inscritos y logiado </a:t>
            </a:r>
          </a:p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 Abrir 'Mis citas'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6513" y="17068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3793730" y="1540509"/>
            <a:ext cx="1447954" cy="67437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Elegir cita </a:t>
            </a:r>
          </a:p>
        </p:txBody>
      </p:sp>
      <p:sp>
        <p:nvSpPr>
          <p:cNvPr id="6" name="Right Arrow 5"/>
          <p:cNvSpPr/>
          <p:nvPr/>
        </p:nvSpPr>
        <p:spPr>
          <a:xfrm rot="2428266">
            <a:off x="5402654" y="1813426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5357286" y="546544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Confirmar cambio</a:t>
            </a: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8F2A8EED-C59F-75D1-557B-EDFF3CCB3773}"/>
              </a:ext>
            </a:extLst>
          </p:cNvPr>
          <p:cNvSpPr/>
          <p:nvPr/>
        </p:nvSpPr>
        <p:spPr>
          <a:xfrm>
            <a:off x="7547227" y="3505516"/>
            <a:ext cx="1447954" cy="67437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Reagendar  </a:t>
            </a:r>
          </a:p>
        </p:txBody>
      </p:sp>
      <p:sp>
        <p:nvSpPr>
          <p:cNvPr id="12" name="Rounded Rectangle 6">
            <a:extLst>
              <a:ext uri="{FF2B5EF4-FFF2-40B4-BE49-F238E27FC236}">
                <a16:creationId xmlns:a16="http://schemas.microsoft.com/office/drawing/2014/main" id="{7EA16E61-9E3B-DD84-A593-1109CBACD113}"/>
              </a:ext>
            </a:extLst>
          </p:cNvPr>
          <p:cNvSpPr/>
          <p:nvPr/>
        </p:nvSpPr>
        <p:spPr>
          <a:xfrm>
            <a:off x="3848023" y="3502977"/>
            <a:ext cx="1447954" cy="67437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Cancelar  </a:t>
            </a: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5F57604D-D459-3AB6-6B71-3B58F723057A}"/>
              </a:ext>
            </a:extLst>
          </p:cNvPr>
          <p:cNvSpPr/>
          <p:nvPr/>
        </p:nvSpPr>
        <p:spPr>
          <a:xfrm>
            <a:off x="1862859" y="4521042"/>
            <a:ext cx="1447954" cy="67437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Cita cancelada  </a:t>
            </a: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4E2C0E21-5E85-13AA-BFD0-E9E99BDE18DC}"/>
              </a:ext>
            </a:extLst>
          </p:cNvPr>
          <p:cNvSpPr/>
          <p:nvPr/>
        </p:nvSpPr>
        <p:spPr>
          <a:xfrm>
            <a:off x="8881189" y="4562000"/>
            <a:ext cx="1724676" cy="67437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Validar disponibilidad  </a:t>
            </a:r>
          </a:p>
        </p:txBody>
      </p:sp>
      <p:sp>
        <p:nvSpPr>
          <p:cNvPr id="15" name="Right Arrow 5">
            <a:extLst>
              <a:ext uri="{FF2B5EF4-FFF2-40B4-BE49-F238E27FC236}">
                <a16:creationId xmlns:a16="http://schemas.microsoft.com/office/drawing/2014/main" id="{673C891C-2D1E-2A02-3CAB-4A92F5256BAA}"/>
              </a:ext>
            </a:extLst>
          </p:cNvPr>
          <p:cNvSpPr/>
          <p:nvPr/>
        </p:nvSpPr>
        <p:spPr>
          <a:xfrm rot="2428266">
            <a:off x="7773420" y="2981819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6" name="Right Arrow 5">
            <a:extLst>
              <a:ext uri="{FF2B5EF4-FFF2-40B4-BE49-F238E27FC236}">
                <a16:creationId xmlns:a16="http://schemas.microsoft.com/office/drawing/2014/main" id="{1688C018-F474-CCF8-EF9F-EB54F06EA1BC}"/>
              </a:ext>
            </a:extLst>
          </p:cNvPr>
          <p:cNvSpPr/>
          <p:nvPr/>
        </p:nvSpPr>
        <p:spPr>
          <a:xfrm rot="2428266">
            <a:off x="9189965" y="4041563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7" name="Right Arrow 5">
            <a:extLst>
              <a:ext uri="{FF2B5EF4-FFF2-40B4-BE49-F238E27FC236}">
                <a16:creationId xmlns:a16="http://schemas.microsoft.com/office/drawing/2014/main" id="{80E427E7-6CAB-E6E3-E1E8-02C63D0A017F}"/>
              </a:ext>
            </a:extLst>
          </p:cNvPr>
          <p:cNvSpPr/>
          <p:nvPr/>
        </p:nvSpPr>
        <p:spPr>
          <a:xfrm rot="8284420">
            <a:off x="4573820" y="3025881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8" name="Right Arrow 5">
            <a:extLst>
              <a:ext uri="{FF2B5EF4-FFF2-40B4-BE49-F238E27FC236}">
                <a16:creationId xmlns:a16="http://schemas.microsoft.com/office/drawing/2014/main" id="{D3D38F91-1D24-07FC-E673-CCD90D937695}"/>
              </a:ext>
            </a:extLst>
          </p:cNvPr>
          <p:cNvSpPr/>
          <p:nvPr/>
        </p:nvSpPr>
        <p:spPr>
          <a:xfrm rot="8611363">
            <a:off x="3101559" y="4026223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9" name="Right Arrow 5">
            <a:extLst>
              <a:ext uri="{FF2B5EF4-FFF2-40B4-BE49-F238E27FC236}">
                <a16:creationId xmlns:a16="http://schemas.microsoft.com/office/drawing/2014/main" id="{11FBD3A9-E80A-F055-4A62-13588333B72F}"/>
              </a:ext>
            </a:extLst>
          </p:cNvPr>
          <p:cNvSpPr/>
          <p:nvPr/>
        </p:nvSpPr>
        <p:spPr>
          <a:xfrm rot="8828225">
            <a:off x="8088778" y="5387022"/>
            <a:ext cx="549111" cy="342215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20" name="Rombo 19">
            <a:extLst>
              <a:ext uri="{FF2B5EF4-FFF2-40B4-BE49-F238E27FC236}">
                <a16:creationId xmlns:a16="http://schemas.microsoft.com/office/drawing/2014/main" id="{4EC2B644-D7AC-70FB-DB17-3CF95FA863C1}"/>
              </a:ext>
            </a:extLst>
          </p:cNvPr>
          <p:cNvSpPr/>
          <p:nvPr/>
        </p:nvSpPr>
        <p:spPr>
          <a:xfrm>
            <a:off x="5241684" y="1932000"/>
            <a:ext cx="2577809" cy="1617656"/>
          </a:xfrm>
          <a:prstGeom prst="diamon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419" dirty="0"/>
              <a:t>Seleccionar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3063" y="1774826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Cancelar cita (Paciente)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4290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'Mis citas'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6513" y="37642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3425113" y="34290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cita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1547" y="37642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6210147" y="34290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Elegir 'Cancelar' y confirmar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66581" y="37642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8995181" y="34290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Sistema libera el cupo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4463" y="1274763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Confirmar cita (Paciente) para asistencia 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4290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detalle de cita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24858" y="37642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4353458" y="34290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Pulsar 'Confirmar'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38236" y="37642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8066836" y="34290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Sistema marca como confirmada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Ver agenda (Médico)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446933" y="1600041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Iniciar sesión como Médico</a:t>
            </a:r>
          </a:p>
        </p:txBody>
      </p:sp>
      <p:sp>
        <p:nvSpPr>
          <p:cNvPr id="4" name="Right Arrow 3"/>
          <p:cNvSpPr/>
          <p:nvPr/>
        </p:nvSpPr>
        <p:spPr>
          <a:xfrm rot="2293399">
            <a:off x="5195678" y="2117341"/>
            <a:ext cx="552899" cy="287512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5941735" y="242316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'Mi agenda'</a:t>
            </a:r>
          </a:p>
        </p:txBody>
      </p:sp>
      <p:sp>
        <p:nvSpPr>
          <p:cNvPr id="6" name="Right Arrow 5"/>
          <p:cNvSpPr/>
          <p:nvPr/>
        </p:nvSpPr>
        <p:spPr>
          <a:xfrm rot="8313622">
            <a:off x="5127971" y="3160098"/>
            <a:ext cx="662141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2561233" y="367252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Filtrar por día/sucursal</a:t>
            </a:r>
          </a:p>
        </p:txBody>
      </p:sp>
      <p:sp>
        <p:nvSpPr>
          <p:cNvPr id="8" name="Right Arrow 7"/>
          <p:cNvSpPr/>
          <p:nvPr/>
        </p:nvSpPr>
        <p:spPr>
          <a:xfrm rot="2703023">
            <a:off x="5193761" y="4843944"/>
            <a:ext cx="556733" cy="30934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5117666" y="5302884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Ver listado y detalles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Actualizar estado de la cita (Médico)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la cita del día</a:t>
            </a:r>
          </a:p>
        </p:txBody>
      </p:sp>
      <p:sp>
        <p:nvSpPr>
          <p:cNvPr id="4" name="Right Arrow 3"/>
          <p:cNvSpPr/>
          <p:nvPr/>
        </p:nvSpPr>
        <p:spPr>
          <a:xfrm>
            <a:off x="4124858" y="17068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4353458" y="13716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Cambiar estado (en atención/atendida/ausente)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838236" y="17068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8066836" y="1371600"/>
            <a:ext cx="3484778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Guardar cambio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Crear/editar Doctor (Admin)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75497" y="1683703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'Doctores'</a:t>
            </a:r>
          </a:p>
        </p:txBody>
      </p:sp>
      <p:sp>
        <p:nvSpPr>
          <p:cNvPr id="4" name="Right Arrow 3"/>
          <p:cNvSpPr/>
          <p:nvPr/>
        </p:nvSpPr>
        <p:spPr>
          <a:xfrm rot="1849026">
            <a:off x="5228138" y="2061051"/>
            <a:ext cx="457201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6096000" y="251618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Nuevo o Editar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9684" y="4168458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Ingresar/actualizar datos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0367" y="513302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Guardar</a:t>
            </a:r>
          </a:p>
        </p:txBody>
      </p:sp>
      <p:sp>
        <p:nvSpPr>
          <p:cNvPr id="10" name="Right Arrow 3">
            <a:extLst>
              <a:ext uri="{FF2B5EF4-FFF2-40B4-BE49-F238E27FC236}">
                <a16:creationId xmlns:a16="http://schemas.microsoft.com/office/drawing/2014/main" id="{D4B69EC8-D778-CD6A-1BE9-EDF4A5807D6A}"/>
              </a:ext>
            </a:extLst>
          </p:cNvPr>
          <p:cNvSpPr/>
          <p:nvPr/>
        </p:nvSpPr>
        <p:spPr>
          <a:xfrm rot="1849026">
            <a:off x="5369641" y="4965381"/>
            <a:ext cx="457201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11" name="Right Arrow 3">
            <a:extLst>
              <a:ext uri="{FF2B5EF4-FFF2-40B4-BE49-F238E27FC236}">
                <a16:creationId xmlns:a16="http://schemas.microsoft.com/office/drawing/2014/main" id="{05120416-34F0-99CA-DDAA-ED97B4D3FF8E}"/>
              </a:ext>
            </a:extLst>
          </p:cNvPr>
          <p:cNvSpPr/>
          <p:nvPr/>
        </p:nvSpPr>
        <p:spPr>
          <a:xfrm rot="8211805">
            <a:off x="5380540" y="3632162"/>
            <a:ext cx="457201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900" y="1146176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Crear/editar Sucursal (Admin)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3147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'Sucursales'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6513" y="36499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3425113" y="33147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Nueva o Editar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1547" y="36499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6210147" y="33147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Ingresar/actualizar datos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66581" y="3649980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8995181" y="331470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Guardar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5127" y="1466215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Asignar Doctor–Sucursal (Admin)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48461" y="344900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'Asignaciones'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504894" y="3784282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3733494" y="344900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Doctor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6289928" y="3784282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6518528" y="344900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Seleccionar Sucursal</a:t>
            </a:r>
          </a:p>
        </p:txBody>
      </p:sp>
      <p:sp>
        <p:nvSpPr>
          <p:cNvPr id="8" name="Right Arrow 7"/>
          <p:cNvSpPr/>
          <p:nvPr/>
        </p:nvSpPr>
        <p:spPr>
          <a:xfrm>
            <a:off x="9074962" y="3784282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9303562" y="3449002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Confirmar asignación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746" y="1682115"/>
            <a:ext cx="8229600" cy="1143000"/>
          </a:xfrm>
        </p:spPr>
        <p:txBody>
          <a:bodyPr/>
          <a:lstStyle/>
          <a:p>
            <a:pPr>
              <a:defRPr sz="3400" b="1">
                <a:solidFill>
                  <a:srgbClr val="1E1E1E"/>
                </a:solidFill>
              </a:defRPr>
            </a:pPr>
            <a:r>
              <a:rPr lang="es-419" noProof="1"/>
              <a:t>Flujo: Gestionar cita (Admin)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322897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Abrir 'Citas'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196513" y="3564255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5" name="Rounded Rectangle 4"/>
          <p:cNvSpPr/>
          <p:nvPr/>
        </p:nvSpPr>
        <p:spPr>
          <a:xfrm>
            <a:off x="3425113" y="322897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Filtrar y seleccionar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1547" y="3564255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7" name="Rounded Rectangle 6"/>
          <p:cNvSpPr/>
          <p:nvPr/>
        </p:nvSpPr>
        <p:spPr>
          <a:xfrm>
            <a:off x="6210147" y="3228975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Reprogramar/Cancelar/Confirmar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766581" y="3564255"/>
            <a:ext cx="228600" cy="335280"/>
          </a:xfrm>
          <a:prstGeom prst="rightArrow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noProof="1"/>
          </a:p>
        </p:txBody>
      </p:sp>
      <p:sp>
        <p:nvSpPr>
          <p:cNvPr id="9" name="Rounded Rectangle 8"/>
          <p:cNvSpPr/>
          <p:nvPr/>
        </p:nvSpPr>
        <p:spPr>
          <a:xfrm>
            <a:off x="8995487" y="3257550"/>
            <a:ext cx="2556433" cy="1005840"/>
          </a:xfrm>
          <a:prstGeom prst="roundRect">
            <a:avLst/>
          </a:prstGeom>
          <a:solidFill>
            <a:srgbClr val="F6F8FB"/>
          </a:solidFill>
          <a:ln>
            <a:solidFill>
              <a:srgbClr val="D2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D3741"/>
                </a:solidFill>
              </a:defRPr>
            </a:pPr>
            <a:r>
              <a:rPr lang="es-419" noProof="1"/>
              <a:t>Guardar cambio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322</Words>
  <Application>Microsoft Office PowerPoint</Application>
  <PresentationFormat>Panorámica</PresentationFormat>
  <Paragraphs>84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Flujo: Login (Iniciar sesión)</vt:lpstr>
      <vt:lpstr>Flujo: Registro de usuario</vt:lpstr>
      <vt:lpstr>Flujo: Orientación por síntomas (triage orientativo)</vt:lpstr>
      <vt:lpstr>Flujo: Reservar cita (Paciente)</vt:lpstr>
      <vt:lpstr>Flujo: Reagendar cita (Paciente)</vt:lpstr>
      <vt:lpstr>Flujo: Cancelar cita (Paciente)</vt:lpstr>
      <vt:lpstr>Flujo: Confirmar cita (Paciente) para asistencia </vt:lpstr>
      <vt:lpstr>Flujo: Ver agenda (Médico)</vt:lpstr>
      <vt:lpstr>Flujo: Actualizar estado de la cita (Médico)</vt:lpstr>
      <vt:lpstr>Flujo: Crear/editar Doctor (Admin)</vt:lpstr>
      <vt:lpstr>Flujo: Crear/editar Sucursal (Admin)</vt:lpstr>
      <vt:lpstr>Flujo: Asignar Doctor–Sucursal (Admin)</vt:lpstr>
      <vt:lpstr>Flujo: Gestionar cita (Admin)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Raul Enrique Benavides Villar</cp:lastModifiedBy>
  <cp:revision>2</cp:revision>
  <dcterms:created xsi:type="dcterms:W3CDTF">2013-01-27T09:14:16Z</dcterms:created>
  <dcterms:modified xsi:type="dcterms:W3CDTF">2025-10-28T00:04:50Z</dcterms:modified>
  <cp:category/>
</cp:coreProperties>
</file>