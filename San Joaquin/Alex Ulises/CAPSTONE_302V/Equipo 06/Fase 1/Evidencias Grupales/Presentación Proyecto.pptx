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3FF107-3BDE-4E74-B89A-231300D61445}">
  <a:tblStyle styleId="{DC3FF107-3BDE-4E74-B89A-231300D614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58ae9cbf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58ae9cbf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que este problema ocurre tanto en sistemas de salud privados como públicos en Chile.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58ae9cbf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58ae9cbf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Enfatizar que el aporte es </a:t>
            </a:r>
            <a:r>
              <a:rPr b="1" lang="es">
                <a:solidFill>
                  <a:schemeClr val="dk1"/>
                </a:solidFill>
              </a:rPr>
              <a:t>real o simulado</a:t>
            </a:r>
            <a:r>
              <a:rPr lang="es">
                <a:solidFill>
                  <a:schemeClr val="dk1"/>
                </a:solidFill>
              </a:rPr>
              <a:t>, pero aplicable al mercado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58ae9cbf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58ae9cbf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que el sistema actúa como apoyo, no reemplaza diagnóstico médico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58ae9cbf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58ae9cbf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Mantener objetivos en infinitivo, breves y claros.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58ae9cbf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58ae9cbf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Resaltar el trabajo colaborativo y roles claros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58ae9cbf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58ae9cbf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58ae9cbf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58ae9cbf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Destacar que GitHub será el repositorio de evidencia viva.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58ae9cbf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58ae9cbf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58ae9cbf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58ae9cbf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MediTriage – Plataforma de Citas Médicas con Triage IA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APT – Fase 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3199575"/>
            <a:ext cx="300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Autores: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lang="e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Raúl Benavides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lang="e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Matias Cuevas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118" y="3989101"/>
            <a:ext cx="4690883" cy="115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725" y="1519925"/>
            <a:ext cx="4237350" cy="28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y Problema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Sobrecarga y mala orientación en agendas médicas.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Pacientes reservan citas en especialidades incorrectas.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Ineficiencia en la gestión de recursos médicos.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700" y="0"/>
            <a:ext cx="3201425" cy="32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Relevancia del Proyecto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Optimiza la asignación de citas médicas.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Mejora la experiencia del paciente.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Aporta valor al campo de la informática aplicando IA en un entorno crítico como la salud.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150" y="410000"/>
            <a:ext cx="3783025" cy="21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MediTriage?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Plataforma web para agendamiento de citas médicas.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Cuestionario dinámico de síntomas.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Motor de reglas para detectar “banderas rojas”.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Módulo de IA para orientar nivel de urgencia y especialidad.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Panel de médicos para gestionar citas y visualizar triage previo.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350" y="152400"/>
            <a:ext cx="2730250" cy="178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del Proyecto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plataforma web para gestión de citas médicas con triage IA y motor de reglas.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autenticación y gestión de usuarios.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modelo de datos para agenda y citas.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un servicio de IA para orientar urgencia y especialidad.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reportes básicos y panel de médicos.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350" y="0"/>
            <a:ext cx="2705650" cy="27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28"/>
              <a:t>Enfoque ágil (Scrum)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Sprints de dos semanas.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Etapas: planificación, diseño, desarrollo, pruebas, documentación, presentación.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228"/>
              <a:t>Roles del equipo:</a:t>
            </a:r>
            <a:br>
              <a:rPr lang="es"/>
            </a:br>
            <a:endParaRPr/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es"/>
              <a:t>Matías: líder técnico, backend, documentación.</a:t>
            </a:r>
            <a:br>
              <a:rPr lang="es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es"/>
              <a:t>Raúl: frontend, pruebas de calidad, interfaz.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950" y="0"/>
            <a:ext cx="2797050" cy="27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Trabajo</a:t>
            </a:r>
            <a:endParaRPr/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311700" y="101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{DC3FF107-3BDE-4E74-B89A-231300D61445}</a:tableStyleId>
              </a:tblPr>
              <a:tblGrid>
                <a:gridCol w="8421900"/>
              </a:tblGrid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requerimientos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factibilidad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base de datos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arquitectura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backend (API REST .NET)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frontend (UI prototipo)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frontend-backend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unitarias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integración (E2E)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Ajustes y correcciones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finales + despliegue simulado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presentación final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final + exposición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 buffer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 a entregar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Informe de avance (acta, requerimientos, prototipo inicial).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MVP funcional (MediTriage).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Documentación técnica y de usuario.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Presentación final y demo.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300" y="737900"/>
            <a:ext cx="2631250" cy="26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MediTriage aborda un problema real del sector salud.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Integra competencias del perfil de egreso (desarrollo, integración, gestión, calidad).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Aporta valor profesional al equipo: consolida experiencia de Matías y fortalece el inicio profesional de Raúl.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8325" y="0"/>
            <a:ext cx="1685675" cy="16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Preguntas?</a:t>
            </a:r>
            <a:endParaRPr/>
          </a:p>
        </p:txBody>
      </p:sp>
      <p:sp>
        <p:nvSpPr>
          <p:cNvPr id="150" name="Google Shape;150;p22"/>
          <p:cNvSpPr txBox="1"/>
          <p:nvPr>
            <p:ph idx="4294967295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Raul Benavides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Matias Cuevas</a:t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775" y="3387322"/>
            <a:ext cx="5944474" cy="14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350" y="152400"/>
            <a:ext cx="2730250" cy="178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